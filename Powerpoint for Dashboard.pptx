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B23FB-4044-4E43-B56F-91BEC3ED341D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E56969-0137-4DA3-A81F-50479A0B46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733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56969-0137-4DA3-A81F-50479A0B46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707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56969-0137-4DA3-A81F-50479A0B46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82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C28A-BE6B-46FB-8951-DD3537F512F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9B37-F10B-43E6-B068-C5EAB6A3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025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C28A-BE6B-46FB-8951-DD3537F512F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9B37-F10B-43E6-B068-C5EAB6A3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9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C28A-BE6B-46FB-8951-DD3537F512F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9B37-F10B-43E6-B068-C5EAB6A3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227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C28A-BE6B-46FB-8951-DD3537F512F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9B37-F10B-43E6-B068-C5EAB6A3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611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C28A-BE6B-46FB-8951-DD3537F512F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9B37-F10B-43E6-B068-C5EAB6A3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32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C28A-BE6B-46FB-8951-DD3537F512F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9B37-F10B-43E6-B068-C5EAB6A3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21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C28A-BE6B-46FB-8951-DD3537F512F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9B37-F10B-43E6-B068-C5EAB6A3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07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C28A-BE6B-46FB-8951-DD3537F512F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9B37-F10B-43E6-B068-C5EAB6A3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906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C28A-BE6B-46FB-8951-DD3537F512F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9B37-F10B-43E6-B068-C5EAB6A3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36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C28A-BE6B-46FB-8951-DD3537F512F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9B37-F10B-43E6-B068-C5EAB6A3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20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C28A-BE6B-46FB-8951-DD3537F512F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9B37-F10B-43E6-B068-C5EAB6A36DD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6721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C28A-BE6B-46FB-8951-DD3537F512F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9B37-F10B-43E6-B068-C5EAB6A3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33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C28A-BE6B-46FB-8951-DD3537F512F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9B37-F10B-43E6-B068-C5EAB6A36DD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351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C28A-BE6B-46FB-8951-DD3537F512F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9B37-F10B-43E6-B068-C5EAB6A3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97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C28A-BE6B-46FB-8951-DD3537F512F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9B37-F10B-43E6-B068-C5EAB6A3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68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C28A-BE6B-46FB-8951-DD3537F512F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29B37-F10B-43E6-B068-C5EAB6A3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363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FC28A-BE6B-46FB-8951-DD3537F512F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D129B37-F10B-43E6-B068-C5EAB6A3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6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6DA3C-F5E9-93DA-4CA7-77995F000C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Run Score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6094F6-C901-4BAB-E904-2A450D28DA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Mckenzie Ruckle</a:t>
            </a:r>
          </a:p>
        </p:txBody>
      </p:sp>
    </p:spTree>
    <p:extLst>
      <p:ext uri="{BB962C8B-B14F-4D97-AF65-F5344CB8AC3E}">
        <p14:creationId xmlns:p14="http://schemas.microsoft.com/office/powerpoint/2010/main" val="1541234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B208B-7AEF-DD2A-8161-4A8F893E8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                    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B0877-3005-E669-515B-1D89C27A95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Consistency</a:t>
            </a:r>
          </a:p>
          <a:p>
            <a:r>
              <a:rPr lang="en-US" dirty="0"/>
              <a:t>Decision Making</a:t>
            </a:r>
          </a:p>
          <a:p>
            <a:r>
              <a:rPr lang="en-US" dirty="0"/>
              <a:t>Hectic Schedules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087D8-64EA-44A2-586B-FA244A596E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Open-</a:t>
            </a:r>
            <a:r>
              <a:rPr lang="en-US" dirty="0" err="1"/>
              <a:t>Meteo</a:t>
            </a:r>
            <a:r>
              <a:rPr lang="en-US" dirty="0"/>
              <a:t> Forecast API for weather data</a:t>
            </a:r>
          </a:p>
          <a:p>
            <a:r>
              <a:rPr lang="en-US" dirty="0"/>
              <a:t>Open-</a:t>
            </a:r>
            <a:r>
              <a:rPr lang="en-US" dirty="0" err="1"/>
              <a:t>Meteo</a:t>
            </a:r>
            <a:r>
              <a:rPr lang="en-US" dirty="0"/>
              <a:t> Air Quality API for AQI and pollution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517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61C9C-49CF-892E-F2AC-79EDF9207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6593F-4C21-010F-A54E-D9C3757EA2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31BFFDB-8D39-90DB-3321-D8E15C01507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7334" y="1348435"/>
            <a:ext cx="9662419" cy="500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45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DDA32-39C2-4390-E54D-9E3B038E1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and 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2D5B5-31AD-35E6-85BF-D156B3C1D0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APIs combined into one table based on timestamp</a:t>
            </a:r>
          </a:p>
          <a:p>
            <a:r>
              <a:rPr lang="en-US" dirty="0"/>
              <a:t>Fills missing values </a:t>
            </a:r>
          </a:p>
          <a:p>
            <a:r>
              <a:rPr lang="en-US" dirty="0"/>
              <a:t>Removes duplicate timestamps</a:t>
            </a:r>
          </a:p>
          <a:p>
            <a:r>
              <a:rPr lang="en-US" dirty="0"/>
              <a:t>Incremental load </a:t>
            </a:r>
          </a:p>
          <a:p>
            <a:r>
              <a:rPr lang="en-US" dirty="0"/>
              <a:t>Excludes 10 pm to 3 am for more realistic running times</a:t>
            </a:r>
          </a:p>
          <a:p>
            <a:r>
              <a:rPr lang="en-US" dirty="0"/>
              <a:t>Filtered for current date as well as top three run times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33CE4-B942-9CB8-D32E-D39552441E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API Response makes sure that it isn’t empty</a:t>
            </a:r>
          </a:p>
          <a:p>
            <a:r>
              <a:rPr lang="en-US" dirty="0"/>
              <a:t>Empty Data Frame makes sure rows were loaded</a:t>
            </a:r>
          </a:p>
          <a:p>
            <a:r>
              <a:rPr lang="en-US" dirty="0"/>
              <a:t>Column validation makes sure all the expected columns are there</a:t>
            </a:r>
          </a:p>
          <a:p>
            <a:r>
              <a:rPr lang="en-US" dirty="0"/>
              <a:t>Value validation makes sure values fall within expected range</a:t>
            </a:r>
          </a:p>
        </p:txBody>
      </p:sp>
    </p:spTree>
    <p:extLst>
      <p:ext uri="{BB962C8B-B14F-4D97-AF65-F5344CB8AC3E}">
        <p14:creationId xmlns:p14="http://schemas.microsoft.com/office/powerpoint/2010/main" val="516149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4A414-F32E-FA12-0B0E-D850C61BF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6D5164-09A0-0D7A-3CD0-7E5EDF9BD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9880"/>
            <a:ext cx="12192000" cy="345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021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302EE-3E07-DFE2-00B3-D6669C1F1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816C84-C914-02EC-BB68-A4297ED90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9" y="0"/>
            <a:ext cx="12121661" cy="31529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AA14D3-F185-8E45-72DC-CD372D05D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0340" y="3358662"/>
            <a:ext cx="12192000" cy="383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015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5FCA2-E356-23B4-B033-D3F2E53E9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08855-BEFD-1F2C-9F1E-A1EEB5516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use Dash with Python</a:t>
            </a:r>
          </a:p>
          <a:p>
            <a:r>
              <a:rPr lang="en-US" dirty="0" err="1"/>
              <a:t>Github</a:t>
            </a:r>
            <a:r>
              <a:rPr lang="en-US" dirty="0"/>
              <a:t> experience</a:t>
            </a:r>
          </a:p>
          <a:p>
            <a:r>
              <a:rPr lang="en-US" dirty="0"/>
              <a:t>VS Code experience instead of Jupiter notebooks</a:t>
            </a:r>
          </a:p>
          <a:p>
            <a:r>
              <a:rPr lang="en-US" dirty="0"/>
              <a:t>How to write certain business documents</a:t>
            </a:r>
          </a:p>
          <a:p>
            <a:r>
              <a:rPr lang="en-US"/>
              <a:t>Supabase</a:t>
            </a:r>
          </a:p>
        </p:txBody>
      </p:sp>
    </p:spTree>
    <p:extLst>
      <p:ext uri="{BB962C8B-B14F-4D97-AF65-F5344CB8AC3E}">
        <p14:creationId xmlns:p14="http://schemas.microsoft.com/office/powerpoint/2010/main" val="2938945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94</TotalTime>
  <Words>133</Words>
  <Application>Microsoft Office PowerPoint</Application>
  <PresentationFormat>Widescreen</PresentationFormat>
  <Paragraphs>30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Trebuchet MS</vt:lpstr>
      <vt:lpstr>Wingdings 3</vt:lpstr>
      <vt:lpstr>Facet</vt:lpstr>
      <vt:lpstr>Run Score </vt:lpstr>
      <vt:lpstr>Purpose                     Data Sources</vt:lpstr>
      <vt:lpstr>Pipeline Architecture</vt:lpstr>
      <vt:lpstr>Validation and Loading</vt:lpstr>
      <vt:lpstr>Dashboard</vt:lpstr>
      <vt:lpstr>Graphs</vt:lpstr>
      <vt:lpstr>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Ruckle, Mckenzie</dc:creator>
  <cp:lastModifiedBy>Ruckle, Mckenzie</cp:lastModifiedBy>
  <cp:revision>3</cp:revision>
  <dcterms:created xsi:type="dcterms:W3CDTF">2026-06-10T20:05:26Z</dcterms:created>
  <dcterms:modified xsi:type="dcterms:W3CDTF">2026-06-10T21:48:19Z</dcterms:modified>
</cp:coreProperties>
</file>